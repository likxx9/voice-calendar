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D4A843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4572000" cy="4572000"/>
          </a:xfrm>
          <a:prstGeom prst="ellipse">
            <a:avLst/>
          </a:prstGeom>
          <a:solidFill>
            <a:srgbClr val="D4A843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463040"/>
            <a:ext cx="27432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VoiCal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语音智能日历助手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0" y="3337560"/>
            <a:ext cx="27432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让每一句话都变成日程，让每一次出行都有规划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42062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行业痛点分析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73152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28016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234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操作成本高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12344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传统日历需要 4 步操作才能创建一个日程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938528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938528"/>
            <a:ext cx="7315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02996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19842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信息孤岛严重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19842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日历、地图、12306、会议 App 各自独立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688336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688336"/>
            <a:ext cx="73152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2779776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27340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被动记录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74720" y="273405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不会检测冲突、推荐时段、规划路线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438144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438144"/>
            <a:ext cx="73152" cy="6400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3529584"/>
            <a:ext cx="457200" cy="45720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34838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提醒单一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474720" y="34838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静音弹窗通知容易被忽略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187952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187952"/>
            <a:ext cx="73152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4279392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17320" y="42336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多平台割裂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474720" y="42336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钉钉、企微、Google Calendar 日程数据分散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用户场景分析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88920" y="1143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120640" y="1143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VoiCal 解决方案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8046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45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开车途中安排会议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1645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无法安全操作手机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1645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语音指令创建会议 + 自动生成视频链接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8046720" cy="59436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出差前查高铁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8892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需切换地图+12306+日历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2860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语音一句话完成查车次→创建出行日程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8046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26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多会议时间冲突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88920" y="2926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手动逐个调整耗时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29260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自动分析优先级，推荐空闲时段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8046720" cy="59436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5661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跨平台日程不一致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88920" y="3566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手动同步多平台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35661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一键同步钉钉/企微/Google/Outlook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206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会议结束跟进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88920" y="4206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手动记录纪要很麻烦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0" y="42062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自动生成结构化纪要 + Action Items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目标人群定位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00" cy="54864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1887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核心用户：中高层商务人士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2011680"/>
            <a:ext cx="320040" cy="3200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9933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职业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34440" y="1920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企业高管、项目经理、销售总监、创业者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2651760"/>
            <a:ext cx="320040" cy="3200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6334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日程密度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234440" y="25603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 5-15 个日程，涉及内外部会议、客户拜访、差旅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" y="3291840"/>
            <a:ext cx="320040" cy="3200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2735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工具习惯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234440" y="3200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同时使用钉钉/企微 + Google Calendar/Outlook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3931920"/>
            <a:ext cx="320040" cy="3200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39136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核心诉求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234440" y="38404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省时间、少出错、不漏事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760720" y="1188720"/>
            <a:ext cx="3017520" cy="548640"/>
          </a:xfrm>
          <a:prstGeom prst="rect">
            <a:avLst/>
          </a:prstGeom>
          <a:solidFill>
            <a:srgbClr val="1E3352"/>
          </a:solidFill>
          <a:ln/>
        </p:spPr>
      </p:sp>
      <p:sp>
        <p:nvSpPr>
          <p:cNvPr id="21" name="Text 18"/>
          <p:cNvSpPr/>
          <p:nvPr/>
        </p:nvSpPr>
        <p:spPr>
          <a:xfrm>
            <a:off x="5760720" y="1188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扩展用户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760720" y="1874520"/>
            <a:ext cx="3017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05740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492240" y="19476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自由职业者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4922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管理多个客户项目的交付时间线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760720" y="2926080"/>
            <a:ext cx="3017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108960"/>
            <a:ext cx="411480" cy="4114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92240" y="29992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 / 秘书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9224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为领导协调日程、安排会议室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5760720" y="3977640"/>
            <a:ext cx="3017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160520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492240" y="4050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个人用户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492240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语音快速管理日常生活安排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产品核心差异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对比维度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14600" y="1143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传统日历 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0" y="1143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交互方式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手动点击输入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语音自然语言交互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8046720" cy="5029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智能程度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2240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被动记录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2240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主动规划编排执行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功能边界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14600" y="2788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仅日程 CRUD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2788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日程+出行+会议+任务 一体化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8046720" cy="5029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冲突处理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14600" y="3337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提示冲突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3337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自动分析+推荐解决方案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886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出行规划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14600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需切换地图/12306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3886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日历内直接查高铁+创建出行日程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434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多平台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14600" y="4434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单平台日历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4434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钉钉/企微/Google/Outlook 双向同步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核心功能模块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280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语音交互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Push-to-Talk、实时声波可视化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Agent处理日志、Barge-in打断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09728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28016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716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280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日程管理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7472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语音创建日程、冲突检测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AI智能重排、优先级管理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09728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2801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1280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出行规划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0936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多模式路线对比、跨城检测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12306实时查票、高铁日程联动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0632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375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246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会议协作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0080" y="3931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一键创建会议+视频链接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多平台支持、AI会议纪要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91840" y="30632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74720" y="324612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3375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0520" y="3246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多端同步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3474720" y="3931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钉钉/企微/Google/Outlook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双向实时同步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26480" y="30632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09360" y="3246120"/>
            <a:ext cx="548640" cy="548640"/>
          </a:xfrm>
          <a:prstGeom prst="ellipse">
            <a:avLst/>
          </a:prstGeom>
          <a:solidFill>
            <a:srgbClr val="D4A84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33756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95160" y="3246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智能建议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6309360" y="3931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交通方式卡片、冲突预警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时间推荐、快捷指令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业务流程图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43000" cy="1005840"/>
          </a:xfrm>
          <a:prstGeom prst="rect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用户语音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18488" y="16459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74520" y="1371600"/>
            <a:ext cx="1143000" cy="100584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74520" y="137160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语音识别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35808" y="16459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1143000" cy="100584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37160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意图理解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53128" y="16459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371600"/>
            <a:ext cx="1143000" cy="10058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137160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编排任务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70448" y="16459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1143000" cy="10058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37160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工具执行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87768" y="16459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543800" y="1371600"/>
            <a:ext cx="1143000" cy="1005840"/>
          </a:xfrm>
          <a:prstGeom prst="rect">
            <a:avLst/>
          </a:prstGeom>
          <a:solidFill>
            <a:srgbClr val="D4A84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43800" y="137160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LLM摘要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+TTS播报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工具执行层详情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1920240" cy="137160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246120"/>
            <a:ext cx="1920240" cy="54864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高德地图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路线规划、地理编码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51760" y="3246120"/>
            <a:ext cx="1920240" cy="137160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651760" y="3246120"/>
            <a:ext cx="19202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2788920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8892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高铁查询、余票检索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246120"/>
            <a:ext cx="1920240" cy="137160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24612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日程管理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9204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CRUD、冲突检测、智能重排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0" y="3246120"/>
            <a:ext cx="1920240" cy="137160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58000" y="3246120"/>
            <a:ext cx="19202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6995160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会议协作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9516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创建会议、视频链接、邀约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产品技术架构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五层架构设计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73152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234440"/>
            <a:ext cx="548640" cy="365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34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08760" y="1143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输出聚合层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1143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摘要 + 讯飞 TTS 语音合成播报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8046720" cy="5486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783080"/>
            <a:ext cx="7315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1874520"/>
            <a:ext cx="54864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874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工具执行层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1783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高德路线 / 12306高铁 / 日程管理 / 会议协作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423160"/>
            <a:ext cx="8046720" cy="5486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423160"/>
            <a:ext cx="73152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2514600"/>
            <a:ext cx="54864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08760" y="2423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编排层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66160" y="2423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多步任务规划 + DAG 执行计划 + 工具调度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063240"/>
            <a:ext cx="8046720" cy="5486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063240"/>
            <a:ext cx="73152" cy="54864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3154680"/>
            <a:ext cx="548640" cy="36576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154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3063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NLU 理解层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66160" y="3063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智谱 GLM-4 意图识别 + 槽位抽取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703320"/>
            <a:ext cx="8046720" cy="5486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703320"/>
            <a:ext cx="73152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3794760"/>
            <a:ext cx="54864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794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508760" y="3703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 识别层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66160" y="3703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科大讯飞 WebSocket 实时语音识别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4343400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777240" y="4434840"/>
            <a:ext cx="54864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434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508760" y="4343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语音采集层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66160" y="4343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麦克风录音 + VAD 能量检测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技术栈总览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097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+ Vite + Socket.IO Client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54864" cy="6400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1097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+ Flask-SocketIO + FastAPI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847088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847088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8470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大模型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37360" y="184708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智谱 GLM-4 (ZhipuAI SDK)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847088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847088"/>
            <a:ext cx="54864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8470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语音识别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184708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科大讯飞 WebSocket 实时语音听写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596896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596896"/>
            <a:ext cx="54864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59689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语音合成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37360" y="25968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科大讯飞 WebSocket 语音合成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596896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596896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59689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35040" y="25968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(生产) / SQLite (开发)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346704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346704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34670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地图服务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737360" y="334670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高德地图 REST API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346704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346704"/>
            <a:ext cx="54864" cy="6400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334670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高铁查询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35040" y="334670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12306 官方 API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096512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4096512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0965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实时通信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737360" y="40965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(Socket.IO)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4096512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4096512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40965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容器化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035040" y="40965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Docker Compose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安全与容错机制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09728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54864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认证 + RBAC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/ admin / pro 三级权限控制，细粒度访问管理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109728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4114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 字段加密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手机号、邮箱、Token 等敏感信息加密存储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114800" cy="109728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77440"/>
            <a:ext cx="4114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写操作确认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 播报确认，10秒超时自动取消，防止误操作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377440"/>
            <a:ext cx="4114800" cy="109728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377440"/>
            <a:ext cx="41148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514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超时熔断 + 指数退避重试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926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工具并行执行，单个超时不影响整体，自动重试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4114800" cy="109728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1148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 双引擎容灾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讯飞主引擎故障时自动切换阿里云备用引擎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657600"/>
            <a:ext cx="4114800" cy="109728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657600"/>
            <a:ext cx="41148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离线消息兆底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4206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网络中断时写入 Redis 队列，恢复后自动执行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前端体验设计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8229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深夜指挥室风格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17520" y="1143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极深海军蓝 + 金色点缀，专为商务决策者设计的高端视觉体验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57400"/>
            <a:ext cx="73152" cy="82296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三视图切换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17520" y="2103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 / 周 / 月视图自由切换，AI 新建事件呼吸光晕效果，视觉反馈清晰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73152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63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响应式适配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17520" y="3063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桌面三栏 → 平板两栏 → 手机单列，无缝覆盖全终端场景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73152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23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移动端优化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17520" y="4023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底部 Tab 导航 + 语音悬浮按钮 (VoiceFAB) + 全屏语音界面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D4A84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D4A843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产品愿景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0" y="146304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成为商务人士的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"AI 时间管理伙伴"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097280" y="3200400"/>
            <a:ext cx="1645920" cy="640080"/>
          </a:xfrm>
          <a:prstGeom prst="rect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理解意图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17520" y="3200400"/>
            <a:ext cx="1645920" cy="6400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1752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规划路径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37760" y="3200400"/>
            <a:ext cx="1645920" cy="64008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执行任务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0" y="3200400"/>
            <a:ext cx="1645920" cy="6400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主动提醒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不只是一个记录工具，而是能理解意图、规划路径、执行任务、主动提醒的智能助手</a:t>
            </a:r>
            <a:endParaRPr lang="en-US" sz="14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45720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VoiCal - AI语音智能日历助手 产品介绍</dc:title>
  <dc:subject>PptxGenJS Presentation</dc:subject>
  <dc:creator>VoiCal Team</dc:creator>
  <cp:lastModifiedBy>VoiCal Team</cp:lastModifiedBy>
  <cp:revision>1</cp:revision>
  <dcterms:created xsi:type="dcterms:W3CDTF">2026-06-08T06:48:17Z</dcterms:created>
  <dcterms:modified xsi:type="dcterms:W3CDTF">2026-06-08T06:48:17Z</dcterms:modified>
</cp:coreProperties>
</file>